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48" y="0"/>
            <a:ext cx="54864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"/>
            <a:ext cx="2560320" cy="2560320"/>
          </a:xfrm>
          <a:prstGeom prst="ellipse">
            <a:avLst/>
          </a:prstGeom>
          <a:solidFill>
            <a:srgbClr val="112A47"/>
          </a:solidFill>
          <a:ln w="12700">
            <a:solidFill>
              <a:srgbClr val="11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7200"/>
            <a:ext cx="2011680" cy="201168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315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시현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320040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089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팀장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703320"/>
            <a:ext cx="3200400" cy="42062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7033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마케터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4297680"/>
            <a:ext cx="3200400" cy="42062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976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퍼포먼스 마케터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PORTFOLIO</a:t>
            </a:r>
            <a:endParaRPr lang="en-US" sz="5200" dirty="0"/>
          </a:p>
        </p:txBody>
      </p:sp>
      <p:sp>
        <p:nvSpPr>
          <p:cNvPr id="16" name="Shape 14"/>
          <p:cNvSpPr/>
          <p:nvPr/>
        </p:nvSpPr>
        <p:spPr>
          <a:xfrm>
            <a:off x="4389120" y="2697480"/>
            <a:ext cx="6858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  시  현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3891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8개월 | 광고운영 · 상세페이지 · 데이터분석 · SEO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4663440"/>
            <a:ext cx="1554480" cy="347472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#네이버광고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0760" y="4663440"/>
            <a:ext cx="1554480" cy="347472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#메타광고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0" y="4663440"/>
            <a:ext cx="1554480" cy="347472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#ROAS3000%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64040" y="4663440"/>
            <a:ext cx="1554480" cy="347472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#매출4배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155680" y="4663440"/>
            <a:ext cx="1554480" cy="347472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0" y="4663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#SEO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–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CORE COMPETENCIES  핵심 역량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2 /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2651760" cy="4754880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265176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운영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651760"/>
            <a:ext cx="17373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34640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검색광고 (파워링크·쇼핑)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광고 (FB·IG)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151376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GDN / 유튜브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09744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4764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모먼트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1188720"/>
            <a:ext cx="2651760" cy="475488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65176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004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기획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0" y="2651760"/>
            <a:ext cx="17373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2834640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이커머스 상세페이지 A/Z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83280" y="3493008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UX 스토리텔링 설계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83280" y="4151376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최적화(CRO)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83280" y="4809744"/>
            <a:ext cx="73152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4764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스마트스토어 · 쿠팡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1188720"/>
            <a:ext cx="2651760" cy="4754880"/>
          </a:xfrm>
          <a:prstGeom prst="rect">
            <a:avLst/>
          </a:prstGeom>
          <a:solidFill>
            <a:srgbClr val="112A4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188720"/>
            <a:ext cx="265176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08076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37960" y="2651760"/>
            <a:ext cx="1737360" cy="27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834640"/>
            <a:ext cx="73152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GA4 · 서치콘솔 분석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3493008"/>
            <a:ext cx="73152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성과 KPI 관리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4151376"/>
            <a:ext cx="73152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/ CPA 최적화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63640" y="4809744"/>
            <a:ext cx="73152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4764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리포트 자동화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961120" y="1188720"/>
            <a:ext cx="2651760" cy="4754880"/>
          </a:xfrm>
          <a:prstGeom prst="rect">
            <a:avLst/>
          </a:prstGeom>
          <a:solidFill>
            <a:srgbClr val="112A47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61120" y="1188720"/>
            <a:ext cx="2651760" cy="3200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896112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 / 콘텐츠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418320" y="2651760"/>
            <a:ext cx="1737360" cy="2743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44000" y="2834640"/>
            <a:ext cx="73152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리서치 &amp; 전략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144000" y="3493008"/>
            <a:ext cx="73152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· 웹 콘텐츠 SEO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144000" y="4151376"/>
            <a:ext cx="73152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08592" y="41056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플레이스 최적화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144000" y="4809744"/>
            <a:ext cx="73152" cy="7315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08592" y="47640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검색량 상승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CAREER SUMMARY  경력 요약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3 /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111556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430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경력  10년 8개월  |  디지털 마케팅 전문가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011680"/>
            <a:ext cx="54864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8064" y="2157984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03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2015.03 – 2018.06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3500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4개월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057400"/>
            <a:ext cx="8138160" cy="1143000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2057400"/>
            <a:ext cx="20116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130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바베큐타운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2459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담당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온라인 마케팅 기획 및 운영 전담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SNS 채널 운영 (인스타그램 · 페이스북)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28254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광고 소재 기획 및 카피라이팅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98064" y="3483864"/>
            <a:ext cx="310896" cy="31089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290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2018.09 – 2022.11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67588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 3개월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383280"/>
            <a:ext cx="8138160" cy="114300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383280"/>
            <a:ext cx="20116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4564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에프에스 (FS)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566160" y="37856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팀 리드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팀 리드로 승격, 3명 팀 운영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0" y="3813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네이버·구글·메타 통합 광고 집행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41513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연간 광고 예산 관리 (5억+)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98064" y="4809744"/>
            <a:ext cx="310896" cy="31089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548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2023.06 – 현재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50017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 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4709160"/>
            <a:ext cx="8138160" cy="1143000"/>
          </a:xfrm>
          <a:prstGeom prst="rect">
            <a:avLst/>
          </a:prstGeom>
          <a:solidFill>
            <a:srgbClr val="112A4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4709160"/>
            <a:ext cx="201168" cy="11430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47823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비욘드릴렉스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566160" y="5111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팀장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48006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입사 1개월 내 브랜드스토어 단독입점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0" y="5138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매출 4배 성장 · ROAS 3,000% 달성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0" y="5477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네이버 쇼핑 프리미엄 등급 달성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PERFORMANCE  비욘드릴렉스 주요 성과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4 / 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입사 1개월만에 브랜드스토어 단독 입점 후 빠른 성장을 이끌어냄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2651760" cy="2743200"/>
          </a:xfrm>
          <a:prstGeom prst="rect">
            <a:avLst/>
          </a:prstGeom>
          <a:solidFill>
            <a:srgbClr val="112A4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17320"/>
            <a:ext cx="26517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" y="217627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1개월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2004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브랜드스토어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입점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2651760" cy="274320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417320"/>
            <a:ext cx="265176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00400" y="217627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0040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성장률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2651760" cy="2743200"/>
          </a:xfrm>
          <a:prstGeom prst="rect">
            <a:avLst/>
          </a:prstGeom>
          <a:solidFill>
            <a:srgbClr val="112A4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417320"/>
            <a:ext cx="2651760" cy="1097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💹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080760" y="217627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08076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1417320"/>
            <a:ext cx="2651760" cy="2743200"/>
          </a:xfrm>
          <a:prstGeom prst="rect">
            <a:avLst/>
          </a:prstGeom>
          <a:solidFill>
            <a:srgbClr val="112A47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1120" y="1417320"/>
            <a:ext cx="2651760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1554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961120" y="217627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1E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8961120" y="29260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쇼핑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달성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11155680" cy="1691640"/>
          </a:xfrm>
          <a:prstGeom prst="rect">
            <a:avLst/>
          </a:prstGeom>
          <a:solidFill>
            <a:srgbClr val="112A4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Achievement Details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681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입사 직후 스마트스토어 전략 재수립 → 네이버 브랜드스토어 1개월 내 심사 통과 및 단독 입점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983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광고 구조 개편(키워드 재설계 + 소재 A/B테스트) 통해 전년 대비 매출 4배(400%) 신장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528523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ROAS 3,000% 달성: 광고비 대비 30배 매출 / 업계 평균(600~800%) 대비 약 4~5배 수준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5869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네이버 쇼핑 프리미엄 등급 달성 → 검색 노출 우선순위 확보 및 신뢰도 향상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 SEARCH AD  검색광고 월별 성과 (25.02 – 26.01)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5 /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10972800" cy="3657600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846320"/>
            <a:ext cx="10972800" cy="9144"/>
          </a:xfrm>
          <a:prstGeom prst="rect">
            <a:avLst/>
          </a:prstGeom>
          <a:solidFill>
            <a:srgbClr val="4A6380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548640" y="4736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0972800" cy="9144"/>
          </a:xfrm>
          <a:prstGeom prst="rect">
            <a:avLst/>
          </a:prstGeom>
          <a:solidFill>
            <a:srgbClr val="4A6380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-548640" y="3822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0972800" cy="9144"/>
          </a:xfrm>
          <a:prstGeom prst="rect">
            <a:avLst/>
          </a:prstGeom>
          <a:solidFill>
            <a:srgbClr val="4A6380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-548640" y="29077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10972800" cy="9144"/>
          </a:xfrm>
          <a:prstGeom prst="rect">
            <a:avLst/>
          </a:prstGeom>
          <a:solidFill>
            <a:srgbClr val="4A6380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-548640" y="1993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3,600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188720"/>
            <a:ext cx="10972800" cy="9144"/>
          </a:xfrm>
          <a:prstGeom prst="rect">
            <a:avLst/>
          </a:prstGeom>
          <a:solidFill>
            <a:srgbClr val="4A6380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-548640" y="1078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4,800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4221480"/>
            <a:ext cx="411480" cy="624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" y="4709160"/>
            <a:ext cx="267462" cy="137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96544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8백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463040" y="4046220"/>
            <a:ext cx="411480" cy="800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1952" y="4678680"/>
            <a:ext cx="267462" cy="167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17320" y="37901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11백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377440" y="3794760"/>
            <a:ext cx="41148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16352" y="4632960"/>
            <a:ext cx="267462" cy="213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331720" y="35387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14백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91840" y="3535680"/>
            <a:ext cx="411480" cy="1310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0752" y="4587240"/>
            <a:ext cx="267462" cy="259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46120" y="327964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17백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06240" y="3246120"/>
            <a:ext cx="411480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4533900"/>
            <a:ext cx="267462" cy="3124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60520" y="29900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21백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20640" y="2979420"/>
            <a:ext cx="411480" cy="18669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59552" y="4472940"/>
            <a:ext cx="267462" cy="3733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74920" y="27233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25백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035040" y="2712720"/>
            <a:ext cx="411480" cy="2133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952" y="4419600"/>
            <a:ext cx="267462" cy="426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89320" y="24566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28백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49440" y="2407920"/>
            <a:ext cx="411480" cy="2438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88352" y="4366260"/>
            <a:ext cx="267462" cy="4800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03720" y="21518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32백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863840" y="2141220"/>
            <a:ext cx="411480" cy="27051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02752" y="4312920"/>
            <a:ext cx="267462" cy="533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818120" y="18851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36백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778240" y="1874520"/>
            <a:ext cx="411480" cy="2971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4259580"/>
            <a:ext cx="267462" cy="5867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732520" y="16184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39백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692640" y="1569720"/>
            <a:ext cx="411480" cy="3276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31552" y="4198620"/>
            <a:ext cx="267462" cy="6477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25.12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9646920" y="13136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43백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607040" y="1188720"/>
            <a:ext cx="411480" cy="3657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045952" y="4130040"/>
            <a:ext cx="267462" cy="716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15600" y="4892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26.01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61320" y="9326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48백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57200" y="5257800"/>
            <a:ext cx="27432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2960" y="5257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 (만원)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834640" y="5257800"/>
            <a:ext cx="27432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0" y="5257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 (만원)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0" y="52395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(%)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58000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456%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242048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477%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626096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493%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8010144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506%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394192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512%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778240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500%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9162288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500%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9546336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508%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9930384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0314432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506%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0698480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506%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1082528" y="523951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511%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601200" y="5166360"/>
            <a:ext cx="20116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01200" y="5166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ROAS  3,000%+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매출  약 3.1억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 DISPLAY AD  디스플레이 광고 월별 성과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6 / 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10972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1188720"/>
            <a:ext cx="18288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188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노출수(만)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18872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CTR(%)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188720"/>
            <a:ext cx="16459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188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1188720"/>
            <a:ext cx="192024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188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전환율(%)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572768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5727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1572768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15727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157276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5727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157276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5727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0" y="157276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5727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229600" y="1572768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5727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192024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463040" y="1920240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19202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192024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19202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192024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9202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83680" y="192024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192024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1920240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1920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267712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2677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463040" y="2267712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22677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91840" y="2267712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22677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37760" y="2267712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22677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83680" y="2267712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22677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229600" y="2267712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0" y="2267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2615184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26151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463040" y="2615184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63040" y="26151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91840" y="2615184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0" y="26151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910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937760" y="2615184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0" y="26151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83680" y="2615184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26151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229600" y="2615184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26151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" y="2962656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296265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25.06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463040" y="2962656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63040" y="296265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91840" y="2962656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0" y="29626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1,120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937760" y="2962656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37760" y="29626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583680" y="2962656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83680" y="296265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229600" y="2962656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0" y="29626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65760" y="3310128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33101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25.07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1463040" y="3310128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463040" y="33101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291840" y="3310128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291840" y="3310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1,350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937760" y="3310128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37760" y="3310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583680" y="3310128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83680" y="3310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229600" y="3310128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29600" y="331012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65760" y="3657600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25.08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1463040" y="3657600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63040" y="36576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3291840" y="3657600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91840" y="36576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4937760" y="3657600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37760" y="36576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0.27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583680" y="3657600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0" y="365760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229600" y="3657600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29600" y="36576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65760" y="4005072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65760" y="40050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25.09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1463040" y="4005072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463040" y="40050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291840" y="4005072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91840" y="40050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1,900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4937760" y="4005072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37760" y="40050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6583680" y="4005072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83680" y="40050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109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8229600" y="4005072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229600" y="40050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65760" y="4352544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435254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25.10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463040" y="4352544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46304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3291840" y="4352544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291840" y="4352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2,200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4937760" y="4352544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37760" y="4352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583680" y="4352544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583680" y="435254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126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8229600" y="4352544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229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365760" y="4700016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65760" y="4700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1463040" y="4700016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463040" y="470001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3291840" y="4700016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291840" y="47000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2,550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4937760" y="4700016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37760" y="47000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6583680" y="4700016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583680" y="470001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8229600" y="4700016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229600" y="470001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365760" y="5047488"/>
            <a:ext cx="109728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65760" y="50474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25.12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1463040" y="5047488"/>
            <a:ext cx="182880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463040" y="50474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291840" y="504748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291840" y="50474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2,980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4937760" y="504748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937760" y="50474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6583680" y="5047488"/>
            <a:ext cx="164592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583680" y="50474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171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8229600" y="5047488"/>
            <a:ext cx="1920240" cy="329184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229600" y="504748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365760" y="5394960"/>
            <a:ext cx="10972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65760" y="53949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26.01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1463040" y="5394960"/>
            <a:ext cx="18288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463040" y="5394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3291840" y="539496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291840" y="53949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3,350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4937760" y="539496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937760" y="53949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6583680" y="5394960"/>
            <a:ext cx="164592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583680" y="539496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AF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193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8229600" y="5394960"/>
            <a:ext cx="192024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8229600" y="53949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5.8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9555480" y="1188720"/>
            <a:ext cx="2057400" cy="475488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555480" y="1188720"/>
            <a:ext cx="2057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555480" y="11887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10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합계</a:t>
            </a:r>
            <a:endParaRPr lang="en-US" sz="1100" dirty="0"/>
          </a:p>
        </p:txBody>
      </p:sp>
      <p:sp>
        <p:nvSpPr>
          <p:cNvPr id="169" name="Text 167"/>
          <p:cNvSpPr/>
          <p:nvPr/>
        </p:nvSpPr>
        <p:spPr>
          <a:xfrm>
            <a:off x="9646920" y="17830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노출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9646920" y="20574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742만</a:t>
            </a:r>
            <a:endParaRPr lang="en-US" sz="1800" dirty="0"/>
          </a:p>
        </p:txBody>
      </p:sp>
      <p:sp>
        <p:nvSpPr>
          <p:cNvPr id="171" name="Text 169"/>
          <p:cNvSpPr/>
          <p:nvPr/>
        </p:nvSpPr>
        <p:spPr>
          <a:xfrm>
            <a:off x="9646920" y="27889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클릭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9646920" y="30632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19,430</a:t>
            </a:r>
            <a:endParaRPr lang="en-US" sz="1800" dirty="0"/>
          </a:p>
        </p:txBody>
      </p:sp>
      <p:sp>
        <p:nvSpPr>
          <p:cNvPr id="173" name="Text 171"/>
          <p:cNvSpPr/>
          <p:nvPr/>
        </p:nvSpPr>
        <p:spPr>
          <a:xfrm>
            <a:off x="964692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CTR</a:t>
            </a:r>
            <a:endParaRPr lang="en-US" sz="900" dirty="0"/>
          </a:p>
        </p:txBody>
      </p:sp>
      <p:sp>
        <p:nvSpPr>
          <p:cNvPr id="174" name="Text 172"/>
          <p:cNvSpPr/>
          <p:nvPr/>
        </p:nvSpPr>
        <p:spPr>
          <a:xfrm>
            <a:off x="9646920" y="40690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0.262%</a:t>
            </a:r>
            <a:endParaRPr lang="en-US" sz="1800" dirty="0"/>
          </a:p>
        </p:txBody>
      </p:sp>
      <p:sp>
        <p:nvSpPr>
          <p:cNvPr id="175" name="Text 173"/>
          <p:cNvSpPr/>
          <p:nvPr/>
        </p:nvSpPr>
        <p:spPr>
          <a:xfrm>
            <a:off x="9646920" y="48006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전환</a:t>
            </a:r>
            <a:endParaRPr lang="en-US" sz="900" dirty="0"/>
          </a:p>
        </p:txBody>
      </p:sp>
      <p:sp>
        <p:nvSpPr>
          <p:cNvPr id="176" name="Text 174"/>
          <p:cNvSpPr/>
          <p:nvPr/>
        </p:nvSpPr>
        <p:spPr>
          <a:xfrm>
            <a:off x="9646920" y="50749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1,112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69264"/>
            <a:ext cx="1219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PAGE  상세페이지 기획 역량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064240" y="347472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84280" y="347472"/>
            <a:ext cx="16459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7 / 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기획 프로세스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" y="164592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728216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" y="2121408"/>
            <a:ext cx="36576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16733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&amp; 경쟁사 조사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195681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상위 상품 벤치마킹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소비자 리뷰 VOC 분석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" y="256946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" y="2651760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" y="3044952"/>
            <a:ext cx="36576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5968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가치 도출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300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USP 정의 및 구매 이유 설정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페르소나 작성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" y="349300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" y="3575304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" y="3968496"/>
            <a:ext cx="36576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3520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&amp; 스토리보드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3000" y="38039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섹션별 흐름 설계 (7~12섹션)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썸네일·서브 이미지 방향 제안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" y="441655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4498848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" y="4892040"/>
            <a:ext cx="36576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4439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카피라이팅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" y="47274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헤드카피·바디카피 작성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문구 A/B 설계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" y="534009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" y="5422392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" y="53675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 &amp; 개선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" y="56509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클릭률·전환율 트래킹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기반 리뉴얼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11430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52160" y="1627632"/>
            <a:ext cx="2606040" cy="123444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개선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52160" y="2011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+180%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5852160" y="2496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 리뉴얼 후 3개월 성과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686800" y="1627632"/>
            <a:ext cx="2606040" cy="123444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1737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제작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686800" y="2011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50+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686800" y="2496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스마트스토어 · 쿠팡 · 자사몰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52160" y="3044952"/>
            <a:ext cx="2606040" cy="123444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A/B 테스트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852160" y="34290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30+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5852160" y="3913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헤드카피 · CTA · 레이아웃 검증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686800" y="3044952"/>
            <a:ext cx="2606040" cy="1234440"/>
          </a:xfrm>
          <a:prstGeom prst="rect">
            <a:avLst/>
          </a:prstGeom>
          <a:solidFill>
            <a:srgbClr val="112A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0" y="3154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체류시간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686800" y="34290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+65%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8686800" y="39136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스토리텔링 구조 개선 효과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85216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도구 및 플랫폼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52160" y="4800600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52160" y="480060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스마트스토어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4112" y="4800600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480060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쿠팡 로켓그로스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656064" y="4800600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56064" y="4800600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카페24 자사몰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52160" y="5239512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52160" y="52395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Figma 기획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54112" y="5239512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4112" y="52395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포토샵 교정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56064" y="5239512"/>
            <a:ext cx="17830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56064" y="52395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분석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35424" y="0"/>
            <a:ext cx="54864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"/>
            <a:ext cx="3291840" cy="3291840"/>
          </a:xfrm>
          <a:prstGeom prst="ellipse">
            <a:avLst/>
          </a:prstGeom>
          <a:solidFill>
            <a:srgbClr val="112A47"/>
          </a:solidFill>
          <a:ln w="12700">
            <a:solidFill>
              <a:srgbClr val="112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548640"/>
            <a:ext cx="2560320" cy="25603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914400"/>
            <a:ext cx="1828800" cy="1828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34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YSH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팀장 · 디지털 마케터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경력 10년 8개월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731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188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성장할 준비가 되어있습니다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5029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103120"/>
            <a:ext cx="6217920" cy="640080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03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23560" y="21579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2395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sihyeon.yang@email.com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907792"/>
            <a:ext cx="6217920" cy="640080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9077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📞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23560" y="29626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010-XXXX-XXXX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712464"/>
            <a:ext cx="6217920" cy="640080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71246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23560" y="37673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40050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notion.so/sihyeon-yang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4517136"/>
            <a:ext cx="6217920" cy="640080"/>
          </a:xfrm>
          <a:prstGeom prst="rect">
            <a:avLst/>
          </a:prstGeom>
          <a:solidFill>
            <a:srgbClr val="112A47"/>
          </a:solidFill>
          <a:ln w="12700">
            <a:solidFill>
              <a:srgbClr val="4A63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5171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23560" y="4572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LinkedIn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48097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linkedin.com/in/sihyeon-yang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5440680"/>
            <a:ext cx="621792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54406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"데이터로 증명하고, 브랜드로 완성합니다."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217920"/>
            <a:ext cx="12192000" cy="2286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22706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5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양시현 · 마케팅 포트폴리오  ·  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마케팅 포트폴리오</dc:subject>
  <dc:creator>양시현</dc:creator>
  <cp:lastModifiedBy>양시현</cp:lastModifiedBy>
  <cp:revision>1</cp:revision>
  <dcterms:created xsi:type="dcterms:W3CDTF">2026-04-23T01:58:17Z</dcterms:created>
  <dcterms:modified xsi:type="dcterms:W3CDTF">2026-04-23T01:58:17Z</dcterms:modified>
</cp:coreProperties>
</file>